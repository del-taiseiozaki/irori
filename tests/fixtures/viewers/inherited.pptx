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377440"/>
            <a:ext cx="10058400" cy="54864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800" kern="1200" b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社会実装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尾崎 大晟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0" y="5029200"/>
            <a:ext cx="1828800" cy="7315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1828800" cy="73152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