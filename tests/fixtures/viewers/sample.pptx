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売上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四半期レビュー &lt;script&gt;alert(1)&lt;/script&gt;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irori 資料ビューアー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要点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売上は 12% 増加</a:t>
            </a:r>
          </a:p>
          <a:p>
            <a:pPr lvl="1"/>
            <a:r>
              <a:t>新規顧客 34 社</a:t>
            </a:r>
          </a:p>
          <a:p>
            <a:pPr lvl="1"/>
            <a:r>
              <a:t>解約率 1.8%</a:t>
            </a:r>
          </a:p>
        </p:txBody>
      </p:sp>
      <p:pic>
        <p:nvPicPr>
          <p:cNvPr id="4" name="Picture 3" descr="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572000"/>
            <a:ext cx="1828800" cy="121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000">
                <a:solidFill>
                  <a:srgbClr val="C80000"/>
                </a:solidFill>
              </a:rPr>
              <a:t>赤い太字の注記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表とグラフ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</a:tblGrid>
              <a:tr h="457200">
                <a:tc>
                  <a:txBody>
                    <a:bodyPr/>
                    <a:lstStyle/>
                    <a:p>
                      <a:r>
                        <a:t>地域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東京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大阪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0" y="1371600"/>
          <a:ext cx="4114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